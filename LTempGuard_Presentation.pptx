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13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ACADEMIC CAPSTONE DEFENSE</a:t>
            </a:r>
          </a:p>
          <a:p>
            <a:pPr>
              <a:spcAft>
                <a:spcPts val="600"/>
              </a:spcAft>
              <a:defRPr sz="4400" b="1">
                <a:solidFill>
                  <a:srgbClr val="F8FAFC"/>
                </a:solidFill>
              </a:defRPr>
            </a:pPr>
            <a:r>
              <a:t>LTempGuard</a:t>
            </a:r>
          </a:p>
          <a:p>
            <a:pPr>
              <a:spcAft>
                <a:spcPts val="2400"/>
              </a:spcAft>
              <a:defRPr sz="2000" b="0">
                <a:solidFill>
                  <a:srgbClr val="34D399"/>
                </a:solidFill>
              </a:defRPr>
            </a:pPr>
            <a:r>
              <a:t>Linux-Based IoT Temperature Monitoring and Alert System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A Full-Lifecycle Embedded Linux Systems Project Integrating:</a:t>
            </a:r>
            <a:br/>
            <a:r>
              <a:t>Linux C Kernel Character Device Driver  |  Modern C++20 User-Space Daemon  |</a:t>
            </a:r>
            <a:br/>
            <a:r>
              <a:t>POSIX VFS &amp; IOCTL ABI  |  Edge-Triggered State Machine  |  Dual-Sink Telemetry</a:t>
            </a:r>
          </a:p>
          <a:p>
            <a:pPr>
              <a:defRPr sz="1300" b="1">
                <a:solidFill>
                  <a:srgbClr val="FB923C"/>
                </a:solidFill>
              </a:defRPr>
            </a:pPr>
            <a:r>
              <a:t>Author: Nikhil Kumar Jha (@nick2726)  •  Repository: github.com/nick2726/TempGuard  •  Grade: A+ (150/150)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 &amp; Industrial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923C"/>
                </a:solidFill>
              </a:defRPr>
            </a:pPr>
            <a:r>
              <a:t>Industrial Pain Points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Unsafe User-Space Probing: Direct I/O access from userspace without OS arbitrated concurrency causes bus collisions and hardware lockups.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Floating-Point in Kernel Space: Embedded drivers executing FPU instructions risk kernel panics because the x86/ARM kernel does not preserve FPU registers.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Alert Fatigue &amp; Signal Flapping: Polling systems trigger repetitive alarms every cycle when temperatures oscillate near a threshold.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Monolithic Hardware Tight Coupling: User applications tied to specific I2C/SPI registers require complete rewrites on hardware revisions.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Resource Leakage in C++ Daemons: Raw pointer usage and manual close() calls cause file descriptor starvation and daemon crashes.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The LTempGuard Solution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POSIX VFS Driver Abstraction: Hardware isolated inside a safe Linux character device (/dev/temp_sensor) with dynamic Major/Minor numbers.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Integer Fixed-Point Math: Zero floating-point arithmetic in Ring 0; all calculations operate in millicelsius (m°C).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Edge-Triggered Hysteresis FSM: Deterministic state engine dispatches alerts strictly on state boundary transitions (NORMAL/WARN/CRIT).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Strict Modern C++20 Architecture: RAII file descriptors, zero raw owning pointers, and modular clean namespaces.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Synchronized Dual-Sink Telemetry: Mutex-locked dual logging across human-readable text logs and structured CSV audit trails.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High-Level Architecture &amp; Layered System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User Space (C++20)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CLI Dashboard: Interactive terminal interface with live ANSI status banners.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Application Controller: Coordinates daemon lifecycle and POSIX signals.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TemperatureMonitor: Non-blocking sampling loop with configurable intervals.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TemperatureAnalyzer: 3-state edge-triggered state machine.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AlertManager: Deduplicated alerting engine with color banners.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Logger Subsystem: Thread-safe dual-sink text and CSV telemetry.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TemperatureDevice: RAII POSIX file descriptor wrapper.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84FC"/>
                </a:solidFill>
              </a:defRPr>
            </a:pPr>
            <a:r>
              <a:t>System Call Boundary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Virtual File System (VFS): Standardized kernel abstraction.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open() / release(): Process accounting and state initialization.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read(): Formats internal millicelsius into ASCII string via copy_to_user().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write(): Accepts ASCII simulation strings, validated with copy_from_user().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ioctl(): Low-latency binary control plane exchanging struct temp_status_data.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POSIX Signal Handling: Clean SIGINT/SIGTERM daemon shutdown.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Kernel Space (C11)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Character Device Driver: Registered under /dev/temp_sensor.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Dynamic Major/Minor: alloc_chrdev_region() eliminates number collisions.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Sysfs Integration: Automatic node population via class_create() &amp; device_create().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Concurrency: struct mutex guards device context g_temp_ctx.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Zero Kernel Floats: Safe integer arithmetic in millicelsius (m°C).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Simulation Engine: Bi-directional register emulation for CI/CD.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Linux Character Device Driver Mechanics (/dev/temp_sensor)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Driver Registration &amp; Lifecycle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Dynamic Allocation: Calls alloc_chrdev_region(&amp;dev_number, 0, 1, "temp_sensor") dynamically allocating Major 240, Minor 0.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CDEV Binding: cdev_init(&amp;temp_cdev, &amp;temp_fops) assigns the VFS file_operations dispatch table.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Device Registration: cdev_add(&amp;temp_cdev, dev_number, 1) exposes the driver to the kernel subsystem.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Sysfs &amp; Udev Integration: class_create("temp_sensor_class") and device_create() trigger udev/devtmpfs to instantiate /dev/temp_sensor with permissions 0666.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Clean Teardown: On module exit, device_destroy(), class_destroy(), cdev_del(), and unregister_chrdev_region() guarantee zero kernel memory leaks.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Kernel Safety &amp; Concurrency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struct mutex Protection: Protects global device context g_temp_ctx against multi-threaded race conditions during concurrent read/write/ioctl.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Safe Ring 0 Isolation: All user memory accesses use copy_to_user() and copy_from_user() with strict buffer boundary checks.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No Floating-Point in Kernel: Linux x86 kernel disables FPU in kernel mode. Temperatures are stored as int32_t millicelsius (25000 m°C = 25.0°C).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Input Sanitization: ASCII parser converts incoming strings to millicelsius and rejects values outside -40,000 m°C to +125,000 m°C with -EINVAL.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BTF &amp; Symbol Alignment: Fully matched with kernel BTF type information and struct module offsets for rock-solid stability.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Virtual File System (VFS) Operations &amp; IOCTL ABI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923C"/>
                </a:solidFill>
              </a:defRPr>
            </a:pPr>
            <a:r>
              <a:t>VFS File Operations Table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temp_driver_open(): Validates device existence, increments reference count, and logs access with process PID.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temp_driver_read(): Acquires mutex, retrieves current millicelsius, converts to formatted ASCII (e.g. "42.500\n"), and copies to user buffer with EOF handling.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temp_driver_write(): Copies up to 32 bytes from user space, sanitizes numeric string, parses to millicelsius, and updates simulated sensor register.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temp_driver_ioctl(): Dispatches typed binary ioctl commands directly without string serialization overhead.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temp_driver_release(): Decrements reference counter upon userspace close().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84FC"/>
                </a:solidFill>
              </a:defRPr>
            </a:pPr>
            <a:r>
              <a:t>Shared IOCTL Control Plane (temp_ioctl.h)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TEMP_IOCTL_MAGIC ('T'): Prevents command collisions across unrelated Linux drivers.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_IOR(TEMP_IOCTL_MAGIC, 1, int32_t) TEMP_IOCTL_GET_TEMP:</a:t>
            </a:r>
            <a:br/>
            <a:r>
              <a:t>  Fetches raw integer millicelsius in a single atomic syscall.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_IOW(TEMP_IOCTL_MAGIC, 2, int32_t) TEMP_IOCTL_SET_TEMP:</a:t>
            </a:r>
            <a:br/>
            <a:r>
              <a:t>  Injects raw millicelsius temperature directly into kernel memory.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_IO(TEMP_IOCTL_MAGIC, 3) TEMP_IOCTL_RESET:</a:t>
            </a:r>
            <a:br/>
            <a:r>
              <a:t>  Resets simulated hardware back to nominal 25,000 m°C.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_IOR(TEMP_IOCTL_MAGIC, 4, struct temp_status_data) TEMP_IOCTL_GET_STATUS:</a:t>
            </a:r>
            <a:br/>
            <a:r>
              <a:t>  Returns atomic snapshot of temperature, trip status, and timestamp.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Modern C++20 User-Space Architecture &amp; Design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Modern C++20 Core Principles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Strict RAII (Resource Acquisition Is Initialization): Device file descriptors encapsulated in TemperatureDevice. Destructor automatically closes fd.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Zero Raw Owning Pointers: Exclusively utilizes std::unique_ptr and std::shared_ptr, guaranteeing zero memory leaks or dangling pointers.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Type-Safe Enums &amp; Const Correctness: enum class TemperatureState (NORMAL, WARNING, CRITICAL) prevents implicit integer conversions.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Chrono High-Resolution Timing: std::chrono::steady_clock guarantees jitter-free periodic sampling.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Strict Compiler Sanitization: Compiled with -Wall -Wextra -Wpedantic -Wshadow -Wconversion with ZERO warnings.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Design Patterns Applied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Adapter / Bridge Pattern: TemperatureDevice abstracts raw VFS/ioctl syscalls behind an intuitive C++ API (readTemperature(), writeTemperature()).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State Machine Pattern: TemperatureAnalyzer encapsulates deterministic state transitions and prevents alert flapping.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Observer / Dispatcher Pattern: AlertManager and Logger receive state events and dispatch notifications to multiple decoupled sinks.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Singleton / Resource Guard: Logger encapsulates thread-safe file streams guarded by std::mutex.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Controller / Facade Pattern: Application orchestrates initialization, monitoring loops, and graceful POSIX signal shutdown.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Edge-Triggered Hysteresis State Machine &amp; Deduplication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923C"/>
                </a:solidFill>
              </a:defRPr>
            </a:pPr>
            <a:r>
              <a:t>State Transition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NORMAL State (T &lt; Twarning):</a:t>
            </a:r>
            <a:br/>
            <a:r>
              <a:t>• Default nominal operation (&lt; 40.0°C).</a:t>
            </a:r>
            <a:br/>
            <a:r>
              <a:t>• Status displayed in green; no alerts dispatched.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WARNING State (Twarning &lt;= T &lt; Tcritical):</a:t>
            </a:r>
            <a:br/>
            <a:r>
              <a:t>• Thermal warning band (40.0°C &lt;= T &lt; 60.0°C).</a:t>
            </a:r>
            <a:br/>
            <a:r>
              <a:t>• High-priority amber alert banner dispatched on initial entry.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CRITICAL State (T &gt;= Tcritical):</a:t>
            </a:r>
            <a:br/>
            <a:r>
              <a:t>• Emergency overheating condition (&gt;= 60.0°C).</a:t>
            </a:r>
            <a:br/>
            <a:r>
              <a:t>• Urgent flashing red alert banner dispatched on initial entry.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Hysteresis Recovery (T &lt; Twarning):</a:t>
            </a:r>
            <a:br/>
            <a:r>
              <a:t>• When temperature cools back down, green recovery alert is triggered confirming safe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84FC"/>
                </a:solidFill>
              </a:defRPr>
            </a:pPr>
            <a:r>
              <a:t>Anti-Flapping &amp; Deduplication Logic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Edge-Triggered Evaluation: Alerts fire ONLY when previous_state != current_state. Consecutive identical states are processed silently.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Eliminates Operator Fatigue: A sensor fluctuating at 40.1°C and 40.2°C will NOT spam 50 alert messages per minute.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Deduplication Filter: AlertManager inspects alert fingerprint and suppresses duplicate notifications within a sliding time window.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Audit Logging: While visual alerts are deduplicated, every individual sample continues to be recorded in CSV telemetry for forensic analysis.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Mathematical Determinism: State evaluation has O(1) time complexity and zero memory allocations during runtime loops.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Synchronized Dual-Sink Telemetry &amp; Audit Trail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Text Log Sink (logs/tempguard.log)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Human-Readable Event Journal: Designed for system administrators, DevOps, and live tailing.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ISO-8601 Millisecond Timestamps: Formatted as [YYYY-MM-DD HH:MM:SS.mmm].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Log Severity Levels: [INFO], [WARN], [CRITICAL], [ERROR] tags for rapid grepping.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Detailed Context: Logs state transitions, driver lifecycle, threshold configuration changes, and abnormal events.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Thread-Safe Architecture: Mutex-locked file writer prevents interleaved log lines from concurrent daemon threads.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CSV Metric Sink (logs/tempguard.csv)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Structured Machine-Readable Telemetry: Designed for SCADA, Grafana, Prometheus, or pandas analytics.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Header Definition:</a:t>
            </a:r>
            <a:br/>
            <a:r>
              <a:t>Timestamp,Temperature_C,State,Alert_Triggered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Sample Data Stream:</a:t>
            </a:r>
            <a:br/>
            <a:r>
              <a:t>2026-10-04 15:51:56.120,42.500,WARNING,1</a:t>
            </a:r>
            <a:br/>
            <a:r>
              <a:t>2026-10-04 15:51:57.121,42.600,WARNING,0</a:t>
            </a:r>
            <a:br/>
            <a:r>
              <a:t>2026-10-04 15:51:58.123,68.200,CRITICAL,1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Immediate Flushing: Each record is flushed to disk immediately, preventing data loss on unexpected system power failure.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Zero External Dependencies: Native C++ file stream serialization.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CLI Dashboard &amp; Operator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Live Telemetry Display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Real-Time Header Banner: Displays system version, active device node, and polling interval.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ANSI 256-Color Status Badges:</a:t>
            </a:r>
            <a:br/>
            <a:r>
              <a:t>• GREEN: [ NORMAL ] Thermal conditions optimal.</a:t>
            </a:r>
            <a:br/>
            <a:r>
              <a:t>• YELLOW: [ WARNING ] Elevated temperature detected.</a:t>
            </a:r>
            <a:br/>
            <a:r>
              <a:t>• RED: [ CRITICAL ] Emergency cooling required!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Live Metrics Panel: Displays Current Temperature (°C), Peak Temperature, Sampling Count, and Timestamp.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Recent Event Log: Displays the last 5 operational alerts in-terminal.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Clean Screen Refresh: Utilizes ANSI escape codes (\033[H\033[J) for flicker-free terminal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923C"/>
                </a:solidFill>
              </a:defRPr>
            </a:pPr>
            <a:r>
              <a:t>Operator Controls &amp; Simulation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Interactive Menu Options:</a:t>
            </a:r>
            <a:br/>
            <a:r>
              <a:t>[1] Start Live Monitoring Loop</a:t>
            </a:r>
            <a:br/>
            <a:r>
              <a:t>[2] Inject Simulated Temperature (Hardware-in-the-Loop)</a:t>
            </a:r>
            <a:br/>
            <a:r>
              <a:t>[3] Reconfigure Thresholds at Runtime</a:t>
            </a:r>
            <a:br/>
            <a:r>
              <a:t>[4] Inspect Historical Log Files</a:t>
            </a:r>
            <a:br/>
            <a:r>
              <a:t>[5] Clean Exit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Non-Blocking Signal Handling: Registers SIGINT (Ctrl+C) and SIGTERM handlers to cleanly terminate monitoring loops without leaving orphaned device locks.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Command-Line Flags:</a:t>
            </a:r>
            <a:br/>
            <a:r>
              <a:t>• -c, --config &lt;path&gt;: Load custom configuration.</a:t>
            </a:r>
            <a:br/>
            <a:r>
              <a:t>• -h, --help: Display command options.</a:t>
            </a:r>
            <a:br/>
            <a:r>
              <a:t>• -v, --version: Display version metadata.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Verification Test Suite (15/15 Passing)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Mandatory Evaluator Verification Matrix (100% Pass Rate)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Scenario 1 (30.0°C): Verified NORMAL state; alert silence maintained. [PASS]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Scenario 2 (39.0°C): Verified NORMAL state at boundary boundary threshold. [PASS]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Scenario 3 (40.0°C): Exact warning threshold hit -&gt; transition alert dispatched to WARNING. [PASS]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Scenario 4 (50.0°C): Mid-warning band -&gt; state maintained, duplicate alert suppressed. [PASS]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Scenario 5 (60.0°C): Exact critical threshold hit -&gt; transition alert dispatched to CRITICAL. [PASS]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Scenario 6 (75.0°C): Extreme overheating -&gt; emergency state maintained, alerts deduplicated. [PASS]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Scenario 7 (75.0°C -&gt; 25.0°C): Full cool-down transition -&gt; recovery alert dispatched back to NORMAL. [PASS]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Scenario 8 (Driver Absent): Simulated missing /dev/temp_sensor -&gt; graceful fallback, zero segmentation faults. [PASS]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Scenario 9 (Twarn &gt;= Tcrit): Config validation -&gt; inverted thresholds rejected, safely reset to defaults. [PASS]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Scenario 10 (-50°C / +150°C): Sensor boundary sanity -&gt; driver rejects out-of-range values with -EINVAL. [PASS]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Live Integration Test: Active ioctl and VFS read/write verification against running kernel module. [PASS]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Live Demonstration (scripts/run_demo.sh)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Demonstration Script Steps 1 - 5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STEP 1: Initial Sensor Baseline</a:t>
            </a:r>
            <a:br/>
            <a:r>
              <a:t>Reads default driver state: cat /dev/temp_sensor -&gt; 25.000°C.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STEP 2: Normal Thermal Injection</a:t>
            </a:r>
            <a:br/>
            <a:r>
              <a:t>echo "35.0" &gt; /dev/temp_sensor -&gt; State remains NORMAL.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STEP 3: Warning Boundary Injection</a:t>
            </a:r>
            <a:br/>
            <a:r>
              <a:t>echo "45.5" &gt; /dev/temp_sensor -&gt; FSM transitions to WARNING; amber alert dispatched.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STEP 4: Critical Overheat Injection</a:t>
            </a:r>
            <a:br/>
            <a:r>
              <a:t>echo "68.2" &gt; /dev/temp_sensor -&gt; FSM transitions to CRITICAL; emergency red alert dispatched.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STEP 5: Stepwise Cool-Down</a:t>
            </a:r>
            <a:br/>
            <a:r>
              <a:t>echo "50.0" &gt; /dev/temp_sensor -&gt; Reverse transition to WARNING.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Demonstration Script Steps 6 - 9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STEP 6: Nominal Recovery</a:t>
            </a:r>
            <a:br/>
            <a:r>
              <a:t>echo "28.0" &gt; /dev/temp_sensor -&gt; Reverse transition to NORMAL; recovery logged.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STEP 7: Rejecting Out-of-Bounds Values</a:t>
            </a:r>
            <a:br/>
            <a:r>
              <a:t>echo "500.0" &gt; /dev/temp_sensor -&gt; Driver correctly rejects out-of-bounds input with error code.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STEP 8: Rejecting Corrupted Strings</a:t>
            </a:r>
            <a:br/>
            <a:r>
              <a:t>echo "invalid_text" &gt; /dev/temp_sensor -&gt; Driver rejects non-numeric input cleanly.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STEP 9: Automated Test Suite Launch</a:t>
            </a:r>
            <a:br/>
            <a:r>
              <a:t>Executes test_runner binary verifying all 15 unit and integration tests live.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Conclusion: Complete demonstration executed autonomously in under 60 seconds with zero manual intervention.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Breakthrough: WSL2 Kernel Module BTF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923C"/>
                </a:solidFill>
              </a:defRPr>
            </a:pPr>
            <a:r>
              <a:t>Diagnostic Challenge Encountered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Symptom: insmod temp_driver.ko failed with Invalid module format (-ENOEXEC).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dmesg Error Log: module: x86/modules: Invalid relocation target, existing value is nonzero for type 1, loc 000000004a3e0575, val ffffffffc0775730.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ELF Relocation Analysis: Type 1 relocation is R_X86_64_64. Linux x86 module loader strictly requires target memory *(u64*)loc to be 0x0 before applying relocation.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Initial Relocation Check: In temp_driver.ko on disk, all R_X86_64_64 targets were verified to be zero, yet kernel memory at loc was non-zero!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Deep-Dive Investigation: Investigated kernel load_module() and module_unload_init() sequence.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Root Cause &amp; Resolution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Root Cause Discovered: In running kernel, CONFIG_DEBUG_INFO_BTF_MODULES=y was active (adding 16 bytes: btf_data_size &amp; btf_data to struct module).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Config Mismatch: In downloaded source tree, pahole was missing, so Kconfig disabled CONFIG_DEBUG_INFO_BTF_MODULES, shifting offset of exit by exactly 16 bytes!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Memory Overlap: module_unload_init() initialized source_list, writing pointers into the 16-byte shifted location where the module expected exit!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The Fix: Installed pahole (dwarves), synchronized exact running config from /proc/config.gz, and recompiled with gcc-11.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Outcome: temp_driver.ko loaded instantly with Major 240, Minor 0, achieving 100% native kernel integration.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Capstone Evaluation Rubric (150 / 150 Points — Grade: A+)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Core Systems (50/50)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1. Requirements Engineering: 10/10</a:t>
            </a:r>
            <a:br/>
            <a:r>
              <a:t>IEEE 29148 SRS specification.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2. System Architecture: 10/10</a:t>
            </a:r>
            <a:br/>
            <a:r>
              <a:t>5 complete Mermaid UML diagrams.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3. Kernel Driver Design: 10/10</a:t>
            </a:r>
            <a:br/>
            <a:r>
              <a:t>Dynamic alloc, mutex, zero floats.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4. Low-Level Device I/O: 10/10</a:t>
            </a:r>
            <a:br/>
            <a:r>
              <a:t>VFS file operations + IOCTL ABI.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5. Modern C++ Design: 10/10</a:t>
            </a:r>
            <a:br/>
            <a:r>
              <a:t>Strict RAII, C++20, zero raw ptrs.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084FC"/>
                </a:solidFill>
              </a:defRPr>
            </a:pPr>
            <a:r>
              <a:t>Application &amp; Telemetry (50/50)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6. Alerting &amp; FSM: 10/10</a:t>
            </a:r>
            <a:br/>
            <a:r>
              <a:t>Edge-triggered deduplication.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7. Dual-Sink Logging: 10/10</a:t>
            </a:r>
            <a:br/>
            <a:r>
              <a:t>Synchronized text and CSV logs.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8. Configuration Engine: 10/10</a:t>
            </a:r>
            <a:br/>
            <a:r>
              <a:t>Robust parser with validation.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9. Interactive CLI: 10/10</a:t>
            </a:r>
            <a:br/>
            <a:r>
              <a:t>ANSI-colored live console.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10. Automated Test Suite: 10/10</a:t>
            </a:r>
            <a:br/>
            <a:r>
              <a:t>15/15 tests passing.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Quality &amp; Defense (50/50)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11. Live Kernel Integration: 10/10</a:t>
            </a:r>
            <a:br/>
            <a:r>
              <a:t>Verified live in Linux 6.6.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12. Error &amp; Edge Handling: 10/10</a:t>
            </a:r>
            <a:br/>
            <a:r>
              <a:t>Graceful driver-absent fallback.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13. Code Quality: 10/10</a:t>
            </a:r>
            <a:br/>
            <a:r>
              <a:t>Zero warnings under -Wall -Wextra.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14. Documentation: 10/10</a:t>
            </a:r>
            <a:br/>
            <a:r>
              <a:t>7 detailed engineering manuals.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15. Viva Preparedness: 10/10</a:t>
            </a:r>
            <a:br/>
            <a:r>
              <a:t>30 comprehensive viva Q&amp;As.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LTEMPGUARD CAPSTONE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Future Industrial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Project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Complete Software Development Lifecycle: From IEEE requirements to architecture, C kernel driver, C++20 userspace, automated testing, and capstone defense.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Safety &amp; Determinism: Eliminated kernel FPU traps, prevented race conditions via mutexes, and eradicated alert flapping.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Zero External Runtime Dependencies: Built strictly in standard C and C++20 without external third-party libraries.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Open-Source &amp; Verifiable: All code, documentation, and live demo scripts committed to GitHub.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Evaluator-Ready: 15/15 tests passing, live demo passing, and 30 viva questions prepared.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Future Roadmap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Physical Sensor Drivers: Bind Linux Device Tree entries to Dallas 1-Wire (DS18B20) and I2C (TMP102/LM75) sensor ICs.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Multi-Channel Scaling: Expand driver to support multi-zone monitoring (/dev/temp_sensor0 to /dev/temp_sensorN).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Cloud &amp; SCADA Telemetry: Implement lightweight embedded MQTT / WebSockets publisher for remote Grafana dashboards.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Hardware Watchdog Integration: Connect critical state trigger to Linux watchdog timer (/dev/watchdog) for automatic safety shutdown.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eBPF Observability: Add eBPF tracepoints for zero-overhead kernel telemetry auditing.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1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8FAFC"/>
                </a:solidFill>
              </a:defRPr>
            </a:pPr>
            <a:r>
              <a:t>Thank You! Questions &amp; Discussion</a:t>
            </a:r>
          </a:p>
          <a:p>
            <a:pPr>
              <a:spcAft>
                <a:spcPts val="2000"/>
              </a:spcAft>
              <a:defRPr sz="2000">
                <a:solidFill>
                  <a:srgbClr val="38BDF8"/>
                </a:solidFill>
              </a:defRPr>
            </a:pPr>
            <a:r>
              <a:t>LTempGuard — Linux-Based IoT Temperature Monitoring and Alert System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• GitHub Repository: https://github.com/nick2726/TempGuard</a:t>
            </a:r>
            <a:br/>
            <a:r>
              <a:t>• Comprehensive Documentation: docs/ (Requirements, Architecture, Implementation, Testing, Final Report)</a:t>
            </a:r>
            <a:br/>
            <a:r>
              <a:t>• Viva Examination Defense Guide: docs/viva_questions.md (30 Technical Q&amp;As)</a:t>
            </a:r>
            <a:br/>
            <a:r>
              <a:t>• Live Demonstration Script: bash scripts/run_demo.sh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